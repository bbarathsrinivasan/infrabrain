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(Gemini 3.5 Flash)</c:v>
                </c:pt>
              </c:strCache>
            </c:strRef>
          </c:tx>
          <c:spPr>
            <a:solidFill>
              <a:srgbClr val="38BDF8"/>
            </a:solidFill>
            <a:ln w="2540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Gen 0</c:v>
                  </c:pt>
                  <c:pt idx="1">
                    <c:v>Gen 1</c:v>
                  </c:pt>
                  <c:pt idx="2">
                    <c:v>Gen 2</c:v>
                  </c:pt>
                  <c:pt idx="3">
                    <c:v>Gen 3</c:v>
                  </c:pt>
                  <c:pt idx="4">
                    <c:v>Gen 4</c:v>
                  </c:pt>
                  <c:pt idx="5">
                    <c:v>Gen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0.628</c:v>
                </c:pt>
                <c:pt idx="1">
                  <c:v>0.892</c:v>
                </c:pt>
                <c:pt idx="2">
                  <c:v>0.834</c:v>
                </c:pt>
                <c:pt idx="3">
                  <c:v>0.782</c:v>
                </c:pt>
                <c:pt idx="4">
                  <c:v>0.836</c:v>
                </c:pt>
                <c:pt idx="5">
                  <c:v>0.679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Holdout</c:v>
                </c:pt>
              </c:strCache>
            </c:strRef>
          </c:tx>
          <c:spPr>
            <a:solidFill>
              <a:srgbClr val="818CF8"/>
            </a:solidFill>
            <a:ln w="25400" cap="flat">
              <a:solidFill>
                <a:srgbClr val="818C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18CF8"/>
              </a:solidFill>
              <a:ln w="9525" cap="flat">
                <a:solidFill>
                  <a:srgbClr val="818C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Gen 0</c:v>
                  </c:pt>
                  <c:pt idx="1">
                    <c:v>Gen 1</c:v>
                  </c:pt>
                  <c:pt idx="2">
                    <c:v>Gen 2</c:v>
                  </c:pt>
                  <c:pt idx="3">
                    <c:v>Gen 3</c:v>
                  </c:pt>
                  <c:pt idx="4">
                    <c:v>Gen 4</c:v>
                  </c:pt>
                  <c:pt idx="5">
                    <c:v>Gen 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0.674</c:v>
                </c:pt>
                <c:pt idx="1">
                  <c:v>0.826</c:v>
                </c:pt>
                <c:pt idx="2">
                  <c:v>0.842</c:v>
                </c:pt>
                <c:pt idx="3">
                  <c:v>0.943</c:v>
                </c:pt>
                <c:pt idx="4">
                  <c:v>0.784</c:v>
                </c:pt>
                <c:pt idx="5">
                  <c:v>0.677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12700" cap="flat">
              <a:solidFill>
                <a:srgbClr val="1A26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36576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6400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45720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91440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109728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27432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82296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128016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137160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731520"/>
            <a:ext cx="64008" cy="64008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64324" y="397764"/>
            <a:ext cx="1005840" cy="91440"/>
          </a:xfrm>
          <a:prstGeom prst="line">
            <a:avLst/>
          </a:prstGeom>
          <a:noFill/>
          <a:ln w="635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1524" y="672084"/>
            <a:ext cx="274320" cy="457200"/>
          </a:xfrm>
          <a:prstGeom prst="line">
            <a:avLst/>
          </a:prstGeom>
          <a:noFill/>
          <a:ln w="635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70164" y="489204"/>
            <a:ext cx="457200" cy="-182880"/>
          </a:xfrm>
          <a:prstGeom prst="line">
            <a:avLst/>
          </a:prstGeom>
          <a:noFill/>
          <a:ln w="635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4484" y="946404"/>
            <a:ext cx="-548640" cy="182880"/>
          </a:xfrm>
          <a:prstGeom prst="line">
            <a:avLst/>
          </a:prstGeom>
          <a:noFill/>
          <a:ln w="635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95844" y="1129284"/>
            <a:ext cx="365760" cy="274320"/>
          </a:xfrm>
          <a:prstGeom prst="line">
            <a:avLst/>
          </a:prstGeom>
          <a:noFill/>
          <a:ln w="635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90004" y="854964"/>
            <a:ext cx="457200" cy="457200"/>
          </a:xfrm>
          <a:prstGeom prst="line">
            <a:avLst/>
          </a:prstGeom>
          <a:noFill/>
          <a:ln w="635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7204" y="1312164"/>
            <a:ext cx="914400" cy="91440"/>
          </a:xfrm>
          <a:prstGeom prst="line">
            <a:avLst/>
          </a:prstGeom>
          <a:noFill/>
          <a:ln w="635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005840"/>
            <a:ext cx="54864" cy="21945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InfraBrain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59436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Self-Improving GPU Diagnostic Agent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436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every operator override · Rewrites its own code · Validated by real Gemini API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4297680"/>
            <a:ext cx="8321040" cy="1371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Hackathon · July 2026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Gemini 3.5 Flash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your AI diagnostic agent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it wrong?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828800" cy="1463040"/>
          </a:xfrm>
          <a:prstGeom prst="rect">
            <a:avLst/>
          </a:prstGeom>
          <a:solidFill>
            <a:srgbClr val="131D3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7673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fails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07822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at 14%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3840480"/>
            <a:ext cx="30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82240" y="3291840"/>
            <a:ext cx="1828800" cy="1463040"/>
          </a:xfrm>
          <a:prstGeom prst="rect">
            <a:avLst/>
          </a:prstGeom>
          <a:solidFill>
            <a:srgbClr val="131D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224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73680" y="37673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 drops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73680" y="407822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thermal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fires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11040" y="3840480"/>
            <a:ext cx="30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15840" y="3291840"/>
            <a:ext cx="1828800" cy="1463040"/>
          </a:xfrm>
          <a:prstGeom prst="rect">
            <a:avLst/>
          </a:prstGeom>
          <a:solidFill>
            <a:srgbClr val="131D3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584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07280" y="37673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diagnosis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07280" y="407822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picks: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throttle_job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44640" y="3840480"/>
            <a:ext cx="30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49440" y="3291840"/>
            <a:ext cx="1828800" cy="1463040"/>
          </a:xfrm>
          <a:prstGeom prst="rect">
            <a:avLst/>
          </a:prstGeom>
          <a:solidFill>
            <a:srgbClr val="131D3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37673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407822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corrects: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ramp_fans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6.0 min MTTR instead of 4.7 min  ·  Every override is wasted learning signal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SCALE OF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rare edge case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468880" cy="1417320"/>
          </a:xfrm>
          <a:prstGeom prst="rect">
            <a:avLst>
              <a:gd name="adj" fmla="val 5161"/>
            </a:avLst>
          </a:prstGeom>
          <a:solidFill>
            <a:srgbClr val="131D30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49961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21208" y="208483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Misdiagnosed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232257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baseline with 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context (real Gemini data)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468880" cy="1417320"/>
          </a:xfrm>
          <a:prstGeom prst="rect">
            <a:avLst>
              <a:gd name="adj" fmla="val 5161"/>
            </a:avLst>
          </a:prstGeom>
          <a:solidFill>
            <a:srgbClr val="131D30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149961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min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47288" y="208483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Wasted Per Fault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47288" y="232257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 min avg vs 4.7 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correct diagnosis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1371600"/>
            <a:ext cx="2468880" cy="1417320"/>
          </a:xfrm>
          <a:prstGeom prst="rect">
            <a:avLst>
              <a:gd name="adj" fmla="val 5161"/>
            </a:avLst>
          </a:prstGeom>
          <a:solidFill>
            <a:srgbClr val="131D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49961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73368" y="208483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Retained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73368" y="232257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agents forget every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when context closes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971800"/>
            <a:ext cx="8321040" cy="1051560"/>
          </a:xfrm>
          <a:prstGeom prst="rect">
            <a:avLst/>
          </a:prstGeom>
          <a:solidFill>
            <a:srgbClr val="1A264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deeper problem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36499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AI diagnostic agents are stateless. A fault is misdiagnosed → a human corrects it → the agent learns nothing. The next identical fault gets misdiagnosed again. The correction signal is lost. At GPU-cluster scale, this compounds into thousands of wasted SRE-hours and gigawatt-hours of unnecessary downtime.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120 live Gemini 3.5 Flash API calls · infrabrain-eval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self-improving loops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223760" y="777240"/>
            <a:ext cx="1554480" cy="34747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0" y="7955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META-AGENT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223760" y="11247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teacher 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223760" y="2651760"/>
            <a:ext cx="1554480" cy="3474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6700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376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student 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298448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6968" y="13441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6968" y="13441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Retrieval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6968" y="1572768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alert time, the task agent retrieves the most similar past corrections from the Knowledge Graph. Corrections are ranked first — the agent sees what went wrong before and what fixed 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267712"/>
            <a:ext cx="6492240" cy="914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2322576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322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968" y="23682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86968" y="23682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Corrections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" y="2596896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 override is written to the KG as a rejected→accepted pair. The next similar fault automatically benefits — no retraining, no prompt engineering, just retrieval.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291840"/>
            <a:ext cx="6492240" cy="914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3346704"/>
            <a:ext cx="402336" cy="402336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6968" y="33924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6968" y="33924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Meta-Agent Code Rewrite  +  Eval Gate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3621024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meta-agent analyzes KG correction patterns, rewrites the task agent's diagnostic code, and submits to infrabrain-eval — 120 live Gemini API calls that block regressions before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REAL RESULTS — 120 GEMINI API CALLS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corrections work. The eval gate catches what doesn't.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18872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005840" y="1325880"/>
            <a:ext cx="1554480" cy="402336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344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→ 5% override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single jump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60520" y="2971800"/>
            <a:ext cx="1325880" cy="402336"/>
          </a:xfrm>
          <a:prstGeom prst="rect">
            <a:avLst/>
          </a:prstGeom>
          <a:solidFill>
            <a:srgbClr val="F87171">
              <a:alpha val="1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60520" y="29900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NOTE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backfired ↓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715000" y="1234440"/>
            <a:ext cx="292608" cy="292608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7150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80760" y="1216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0→1: One KG correction cut override rate from 30% to 5% — the learning signal works immediately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15000" y="2194560"/>
            <a:ext cx="292608" cy="292608"/>
          </a:xfrm>
          <a:prstGeom prst="ellipse">
            <a:avLst/>
          </a:prstGeom>
          <a:solidFill>
            <a:srgbClr val="38BDF8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80760" y="2176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4 is the best generation at 10% override — contradiction-check prompt is precise without over-steering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715000" y="3154680"/>
            <a:ext cx="292608" cy="292608"/>
          </a:xfrm>
          <a:prstGeom prst="ellipse">
            <a:avLst/>
          </a:prstGeom>
          <a:solidFill>
            <a:srgbClr val="F87171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8076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5's CRITICAL NOTE backfired — over-steered the model on memory faults (25% override). Eval gate caught it before deployment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20040" y="486460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= 0.40×accuracy + 0.25×MTTR + 0.20×override penalty + 0.15×safety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NOVEL CONTRIBUTIONS &amp;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novel contributions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987552"/>
          </a:xfrm>
          <a:prstGeom prst="rect">
            <a:avLst/>
          </a:prstGeom>
          <a:solidFill>
            <a:srgbClr val="131D3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34440"/>
            <a:ext cx="64008" cy="9875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307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8992" y="13258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KG-Grounded Memory &amp; Retrieval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78992" y="16184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corrections are indexed in a Knowledge Graph and retrieved at runtime — corrections ranked first. Unlike RAG over static docs, this KG is live: every override enriches it.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2020 · Retrieval-Augmented Generation (Meta AI / NeurIPS)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8321040" cy="987552"/>
          </a:xfrm>
          <a:prstGeom prst="rect">
            <a:avLst/>
          </a:prstGeom>
          <a:solidFill>
            <a:srgbClr val="131D3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2331720"/>
            <a:ext cx="64008" cy="9875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4048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992" y="24231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Meta-Agent Rewrites the Task Agent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78992" y="27157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meta-agent analyzes KG correction patterns and generates a code diff for the task agent. An eval gate (infrabrain-eval) runs 120 live API calls to validate — blocking regressions like gen-5's before they ship.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944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 Gödel Machine · arXiv 2503.19461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3429000"/>
            <a:ext cx="8321040" cy="987552"/>
          </a:xfrm>
          <a:prstGeom prst="rect">
            <a:avLst/>
          </a:prstGeom>
          <a:solidFill>
            <a:srgbClr val="131D30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3429000"/>
            <a:ext cx="64008" cy="9875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502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78992" y="35204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Pairs → Model Fine-Tuning Flywheel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78992" y="38130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override produces a (rejected, accepted) pair stored in SQLite. These pairs are training signal for DPO fine-tuning — directly improvable by model teams or used to fine-tune Gemma for GPU diagnostics.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4041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Rafailov et al. 2023 · Direct Preference Optimization (Stanford / DPO)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4526280"/>
            <a:ext cx="8321040" cy="475488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45537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Agents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00200" y="45537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88920" y="45537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Preference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77640" y="45537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45537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Models (Gemma)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45537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43800" y="45537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Agents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2026-07-20T02:57:39Z</dcterms:created>
  <dcterms:modified xsi:type="dcterms:W3CDTF">2026-07-20T02:57:39Z</dcterms:modified>
</cp:coreProperties>
</file>